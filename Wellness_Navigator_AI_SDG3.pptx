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696a6177ce626700083cecd8--rococo-crumble-54594e.netlify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B4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0B4F7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 •  GOOD HEALTH &amp; WELL-BEING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Wellness Navigator AI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Personalized Guidance for Physical, Nutritional &amp; Mental Well-Being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64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CSRBOX–IBM SkillsBuild Applied AI Internship 2025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6035040" cy="2148840"/>
          </a:xfrm>
          <a:prstGeom prst="roundRect">
            <a:avLst>
              <a:gd name="adj" fmla="val 3404"/>
            </a:avLst>
          </a:prstGeom>
          <a:solidFill>
            <a:srgbClr val="0F3A5C"/>
          </a:solidFill>
          <a:ln w="12700">
            <a:solidFill>
              <a:srgbClr val="1E56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187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41879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Saloni Kumari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4754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202526AICTECSRBOX0805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5321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5321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|  FastAPI  |  LangGraph  |  Supabase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86600" y="3977640"/>
            <a:ext cx="4297680" cy="2148840"/>
          </a:xfrm>
          <a:prstGeom prst="roundRect">
            <a:avLst>
              <a:gd name="adj" fmla="val 3404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0" y="4407408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Health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Well-Being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HOLISTIC WELLNESS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3212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Lifestyles Increase Risks Of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&amp; Inactivity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3957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routines and reduced physical activity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8986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1417320" y="28529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Nutrition &amp; Dehydration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14553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eating habits and inadequate hydration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36484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1417320" y="36027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Stress, Anxiety &amp; Sleep Disorders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8953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mental strain affecting overall wellness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Wellness Apps 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983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Non-Adaptive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Personalized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141732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0B2B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1828800"/>
            <a:ext cx="502920" cy="502920"/>
          </a:xfrm>
          <a:prstGeom prst="ellipse">
            <a:avLst/>
          </a:prstGeom>
          <a:solidFill>
            <a:srgbClr val="3FA9AA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67208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288036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build an AI-powered Wellness Navigator that continuously supports users with empathetic, personalized, and privacy-first health guidance.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922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83080"/>
            <a:ext cx="402336" cy="402336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7" name="Text 5"/>
          <p:cNvSpPr/>
          <p:nvPr/>
        </p:nvSpPr>
        <p:spPr>
          <a:xfrm>
            <a:off x="1481328" y="176479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wellness routines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" y="2743200"/>
            <a:ext cx="402336" cy="402336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0" name="Text 8"/>
          <p:cNvSpPr/>
          <p:nvPr/>
        </p:nvSpPr>
        <p:spPr>
          <a:xfrm>
            <a:off x="1481328" y="272491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tracking of physical fitness, nutrition &amp; mental resilience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" y="3703320"/>
            <a:ext cx="402336" cy="402336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13" name="Text 11"/>
          <p:cNvSpPr/>
          <p:nvPr/>
        </p:nvSpPr>
        <p:spPr>
          <a:xfrm>
            <a:off x="1481328" y="36850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motivation &amp; personalization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" y="4663440"/>
            <a:ext cx="402336" cy="402336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16" name="Text 14"/>
          <p:cNvSpPr/>
          <p:nvPr/>
        </p:nvSpPr>
        <p:spPr>
          <a:xfrm>
            <a:off x="1481328" y="464515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 with AI-driven health apps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1417320"/>
            <a:ext cx="4343400" cy="4480560"/>
          </a:xfrm>
          <a:prstGeom prst="roundRect">
            <a:avLst>
              <a:gd name="adj" fmla="val 1263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219456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we design a secure, adaptive, and holistic AI system that supports wellness without overwhelming users?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199339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Fitness, nutrition, and mental resilience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4406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269480" y="16459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Data Collection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69480" y="199339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at a time — no survey fatigue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54406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558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32186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Storage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5661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Supabase-powered privacy-first architecture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035808"/>
            <a:ext cx="54406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33558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269480" y="32186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Health Sync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69480" y="35661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Webhook-based milestone logging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08576"/>
            <a:ext cx="54406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9286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1508760" y="47914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UI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08760" y="51389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React 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3: GOOD HEALTH &amp; WELL-BEING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 Is Important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Intervention Reduces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92608" cy="292608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32" dirty="0"/>
          </a:p>
        </p:txBody>
      </p:sp>
      <p:sp>
        <p:nvSpPr>
          <p:cNvPr id="8" name="Text 6"/>
          <p:cNvSpPr/>
          <p:nvPr/>
        </p:nvSpPr>
        <p:spPr>
          <a:xfrm>
            <a:off x="1234440" y="23865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illness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292608" cy="292608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32" dirty="0"/>
          </a:p>
        </p:txBody>
      </p:sp>
      <p:sp>
        <p:nvSpPr>
          <p:cNvPr id="11" name="Text 9"/>
          <p:cNvSpPr/>
          <p:nvPr/>
        </p:nvSpPr>
        <p:spPr>
          <a:xfrm>
            <a:off x="1234440" y="29352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91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 Enables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2423160"/>
            <a:ext cx="292608" cy="292608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32" dirty="0"/>
          </a:p>
        </p:txBody>
      </p:sp>
      <p:sp>
        <p:nvSpPr>
          <p:cNvPr id="16" name="Text 14"/>
          <p:cNvSpPr/>
          <p:nvPr/>
        </p:nvSpPr>
        <p:spPr>
          <a:xfrm>
            <a:off x="5074920" y="23865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292608" cy="292608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832" dirty="0"/>
          </a:p>
        </p:txBody>
      </p:sp>
      <p:sp>
        <p:nvSpPr>
          <p:cNvPr id="19" name="Text 17"/>
          <p:cNvSpPr/>
          <p:nvPr/>
        </p:nvSpPr>
        <p:spPr>
          <a:xfrm>
            <a:off x="5074920" y="29352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lifestyle decisions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1463040"/>
            <a:ext cx="4297680" cy="2743200"/>
          </a:xfrm>
          <a:prstGeom prst="roundRect">
            <a:avLst>
              <a:gd name="adj" fmla="val 2000"/>
            </a:avLst>
          </a:prstGeom>
          <a:solidFill>
            <a:srgbClr val="0B2B4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51392" y="2148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individuals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03920" y="28072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51392" y="2807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healthier habits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03920" y="34655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51392" y="34655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sustainable healthcare systems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922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Wellness Navigator AI?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wellness assistant that: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25511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language health goals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96112" y="3063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30083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users step-by-step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34655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recommendations dynamically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6112" y="3977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88720" y="39227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securely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112" y="4434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88720" y="43799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validated health milestones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0" y="1417320"/>
            <a:ext cx="4343400" cy="4480560"/>
          </a:xfrm>
          <a:prstGeom prst="roundRect">
            <a:avLst>
              <a:gd name="adj" fmla="val 1263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2377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63524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35240" y="3246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3524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35240" y="4114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1097280" y="14264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Coaching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70078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| Nutrition | Mental Resilience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365760" cy="36576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97280" y="21854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Metric Collection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4597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activity level, primary health metric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365760" cy="36576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097280" y="29443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Interaction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1868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&amp; scientifically grounded tone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365760" cy="36576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97280" y="3703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Recommendations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habits &amp; milestone tracking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98848"/>
            <a:ext cx="365760" cy="36576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1097280" y="44622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73659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users to professionals if distress is detected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141732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5875">
            <a:solidFill>
              <a:srgbClr val="D6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5B7186">
                <a:alpha val="25000"/>
              </a:srgbClr>
            </a:outerShdw>
          </a:effectLst>
        </p:spPr>
      </p:sp>
      <p:pic>
        <p:nvPicPr>
          <p:cNvPr id="25" name="Image 0" descr="unpacked/ppt/media/image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554480"/>
            <a:ext cx="5029200" cy="28346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UI STATE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0B2B4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794760" y="16002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95160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11064240" cy="713232"/>
          </a:xfrm>
          <a:prstGeom prst="rect">
            <a:avLst/>
          </a:prstGeom>
          <a:solidFill>
            <a:srgbClr val="EAF2F6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1343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231343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5160" y="231343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accessible UI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2666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02666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302666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APIs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39896"/>
            <a:ext cx="11064240" cy="713232"/>
          </a:xfrm>
          <a:prstGeom prst="rect">
            <a:avLst/>
          </a:prstGeom>
          <a:solidFill>
            <a:srgbClr val="EAF2F6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3989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373989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373989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coaching flows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53128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45312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445312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5312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storage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64240" cy="713232"/>
          </a:xfrm>
          <a:prstGeom prst="rect">
            <a:avLst/>
          </a:prstGeom>
          <a:solidFill>
            <a:srgbClr val="EAF2F6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6636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94760" y="516636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&amp; Railway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51663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reliability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wellness query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9080" y="21717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receives input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0" y="21717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manages coaching state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stored securely in Supabase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42748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343400" y="36118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4617720" y="4526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triggers after validation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0" y="42748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138160" y="36118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886200"/>
            <a:ext cx="502920" cy="502920"/>
          </a:xfrm>
          <a:prstGeom prst="ellipse">
            <a:avLst/>
          </a:prstGeom>
          <a:solidFill>
            <a:srgbClr val="3FA9AA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8412480" y="4526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 in real time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Data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5875">
            <a:solidFill>
              <a:srgbClr val="D6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5B7186">
                <a:alpha val="25000"/>
              </a:srgbClr>
            </a:outerShdw>
          </a:effectLst>
        </p:spPr>
      </p:sp>
      <p:pic>
        <p:nvPicPr>
          <p:cNvPr id="5" name="Image 0" descr="unpacked/ppt/media/image7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645920"/>
            <a:ext cx="100584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COACHING FLOW (LANGGRAPH NODES)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42976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457200" cy="457200"/>
          </a:xfrm>
          <a:prstGeom prst="ellipse">
            <a:avLst/>
          </a:prstGeom>
          <a:solidFill>
            <a:srgbClr val="0B2B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start_node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session &amp; user 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554480"/>
            <a:ext cx="3566160" cy="42976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105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7556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intent_classifier_node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query to: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0560" y="269748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Ward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3319272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319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Ward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3941064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9410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Ward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1554480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8321040" y="1810512"/>
            <a:ext cx="457200" cy="457200"/>
          </a:xfrm>
          <a:prstGeom prst="ellipse">
            <a:avLst/>
          </a:prstGeom>
          <a:solidFill>
            <a:srgbClr val="3FA9AA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1540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Nodes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4108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missing metrics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21040" y="3081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41080" y="30358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clarification at a time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21040" y="36484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41080" y="36027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Supabase logs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13632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735824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Privacy, Safety &amp; Compliance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assumptions about health 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764792"/>
            <a:ext cx="457200" cy="45720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23774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7432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per response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764792"/>
            <a:ext cx="457200" cy="45720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4192" y="23774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94192" y="27432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&amp; non-judgmental tone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959352"/>
            <a:ext cx="457200" cy="45720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5720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49377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distress → professional help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70332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3959352"/>
            <a:ext cx="457200" cy="457200"/>
          </a:xfrm>
          <a:prstGeom prst="ellipse">
            <a:avLst/>
          </a:prstGeom>
          <a:solidFill>
            <a:srgbClr val="0B4F72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99432" y="45720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9432" y="49377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triggered only after validation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MILESTONE SYNC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5875">
            <a:solidFill>
              <a:srgbClr val="D6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5B7186">
                <a:alpha val="25000"/>
              </a:srgbClr>
            </a:outerShdw>
          </a:effectLst>
        </p:spPr>
      </p:sp>
      <p:pic>
        <p:nvPicPr>
          <p:cNvPr id="5" name="Image 0" descr="unpacked/ppt/media/image8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484632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892040"/>
            <a:ext cx="1545336" cy="411480"/>
          </a:xfrm>
          <a:prstGeom prst="roundRect">
            <a:avLst>
              <a:gd name="adj" fmla="val 48889"/>
            </a:avLst>
          </a:prstGeom>
          <a:solidFill>
            <a:srgbClr val="EAF2F6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89204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User Goal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58568" y="4892040"/>
            <a:ext cx="2048256" cy="411480"/>
          </a:xfrm>
          <a:prstGeom prst="roundRect">
            <a:avLst>
              <a:gd name="adj" fmla="val 48889"/>
            </a:avLst>
          </a:prstGeom>
          <a:solidFill>
            <a:srgbClr val="EAF2F6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58568" y="489204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Activity Level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71416" y="4892040"/>
            <a:ext cx="2752344" cy="411480"/>
          </a:xfrm>
          <a:prstGeom prst="roundRect">
            <a:avLst>
              <a:gd name="adj" fmla="val 48889"/>
            </a:avLst>
          </a:prstGeom>
          <a:solidFill>
            <a:srgbClr val="EAF2F6"/>
          </a:solidFill>
          <a:ln w="9525">
            <a:solidFill>
              <a:srgbClr val="D6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71416" y="489204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Primary Health Metric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5040" y="1463040"/>
            <a:ext cx="5623560" cy="4709160"/>
          </a:xfrm>
          <a:prstGeom prst="roundRect">
            <a:avLst>
              <a:gd name="adj" fmla="val 1165"/>
            </a:avLst>
          </a:prstGeom>
          <a:solidFill>
            <a:srgbClr val="0B2B4A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PAYLOAD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55080" y="210312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"user_name": "string",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"focus_area": "fitness | nutrition | resilience",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"health_metric": "string",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"primary_goal": "string",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"ISO8601"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Deliverables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909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90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4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Wellness Dashboard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87909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790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4" dirty="0"/>
          </a:p>
        </p:txBody>
      </p:sp>
      <p:sp>
        <p:nvSpPr>
          <p:cNvPr id="11" name="Text 9"/>
          <p:cNvSpPr/>
          <p:nvPr/>
        </p:nvSpPr>
        <p:spPr>
          <a:xfrm>
            <a:off x="7269480" y="1508760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(/sync endpoint)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6956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695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4" dirty="0"/>
          </a:p>
        </p:txBody>
      </p:sp>
      <p:sp>
        <p:nvSpPr>
          <p:cNvPr id="15" name="Text 13"/>
          <p:cNvSpPr/>
          <p:nvPr/>
        </p:nvSpPr>
        <p:spPr>
          <a:xfrm>
            <a:off x="1508760" y="2999232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Coaching State Machine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09360" y="2999232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36956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3695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4" dirty="0"/>
          </a:p>
        </p:txBody>
      </p:sp>
      <p:sp>
        <p:nvSpPr>
          <p:cNvPr id="19" name="Text 17"/>
          <p:cNvSpPr/>
          <p:nvPr/>
        </p:nvSpPr>
        <p:spPr>
          <a:xfrm>
            <a:off x="7269480" y="2999232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Habit &amp; Milestone Storage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489704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86003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600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4" dirty="0"/>
          </a:p>
        </p:txBody>
      </p:sp>
      <p:sp>
        <p:nvSpPr>
          <p:cNvPr id="23" name="Text 21"/>
          <p:cNvSpPr/>
          <p:nvPr/>
        </p:nvSpPr>
        <p:spPr>
          <a:xfrm>
            <a:off x="1508760" y="4489704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Webhook Automation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0B4F7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DEPLOYMENT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Project Link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0F3A5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1097280" y="34290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u="sng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https://696a6177ce626700083cecd8--rococo-crumble-54594e.netlify.app/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Wellness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5875">
            <a:solidFill>
              <a:srgbClr val="D6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5B7186">
                <a:alpha val="25000"/>
              </a:srgbClr>
            </a:outerShdw>
          </a:effectLst>
        </p:spPr>
      </p:sp>
      <p:pic>
        <p:nvPicPr>
          <p:cNvPr id="5" name="Image 0" descr="unpacked/ppt/media/image9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645920"/>
            <a:ext cx="100584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Wellness Navigator AI: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2677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physical, nutritional, and mental 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9443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adaptive, empathetic guidance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3602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5844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privacy and compliance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42611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42428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SDG-3 objectives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0B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2402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84" dirty="0"/>
          </a:p>
        </p:txBody>
      </p:sp>
      <p:sp>
        <p:nvSpPr>
          <p:cNvPr id="18" name="Text 16"/>
          <p:cNvSpPr/>
          <p:nvPr/>
        </p:nvSpPr>
        <p:spPr>
          <a:xfrm>
            <a:off x="6995160" y="2203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37960" y="29260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84" dirty="0"/>
          </a:p>
        </p:txBody>
      </p:sp>
      <p:sp>
        <p:nvSpPr>
          <p:cNvPr id="21" name="Text 19"/>
          <p:cNvSpPr/>
          <p:nvPr/>
        </p:nvSpPr>
        <p:spPr>
          <a:xfrm>
            <a:off x="6995160" y="2889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health analytics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36118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84" dirty="0"/>
          </a:p>
        </p:txBody>
      </p:sp>
      <p:sp>
        <p:nvSpPr>
          <p:cNvPr id="24" name="Text 22"/>
          <p:cNvSpPr/>
          <p:nvPr/>
        </p:nvSpPr>
        <p:spPr>
          <a:xfrm>
            <a:off x="699516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7960" y="42976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84" dirty="0"/>
          </a:p>
        </p:txBody>
      </p:sp>
      <p:sp>
        <p:nvSpPr>
          <p:cNvPr id="27" name="Text 25"/>
          <p:cNvSpPr/>
          <p:nvPr/>
        </p:nvSpPr>
        <p:spPr>
          <a:xfrm>
            <a:off x="6995160" y="42611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habit intelligence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Navigator AI — SDG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0B4F72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31089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the opportunity to present my project.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310896" cy="310896"/>
          </a:xfrm>
          <a:prstGeom prst="ellipse">
            <a:avLst/>
          </a:prstGeom>
          <a:solidFill>
            <a:srgbClr val="3FA9A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9" name="Text 7"/>
          <p:cNvSpPr/>
          <p:nvPr/>
        </p:nvSpPr>
        <p:spPr>
          <a:xfrm>
            <a:off x="1280160" y="33741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reflects the application of AI, cloud technologies, and responsible design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050792"/>
            <a:ext cx="310896" cy="310896"/>
          </a:xfrm>
          <a:prstGeom prst="ellipse">
            <a:avLst/>
          </a:prstGeom>
          <a:solidFill>
            <a:srgbClr val="3FA9A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12" name="Text 10"/>
          <p:cNvSpPr/>
          <p:nvPr/>
        </p:nvSpPr>
        <p:spPr>
          <a:xfrm>
            <a:off x="1280160" y="39959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preventive healthcare and user-centric wellness support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672584"/>
            <a:ext cx="310896" cy="310896"/>
          </a:xfrm>
          <a:prstGeom prst="ellipse">
            <a:avLst/>
          </a:prstGeom>
          <a:solidFill>
            <a:srgbClr val="3FA9A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72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15" name="Text 13"/>
          <p:cNvSpPr/>
          <p:nvPr/>
        </p:nvSpPr>
        <p:spPr>
          <a:xfrm>
            <a:off x="1280160" y="4617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Showcases scalable and secure system 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Saloni Kumari  |  CSRBOX–IBM SkillsBuild Applied AI Internship 2025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SDG 3 – Wellness Navigator AI</dc:title>
  <dc:subject>PptxGenJS Presentation</dc:subject>
  <dc:creator>Saloni Kumari</dc:creator>
  <cp:lastModifiedBy>Saloni Kumari</cp:lastModifiedBy>
  <cp:revision>1</cp:revision>
  <dcterms:created xsi:type="dcterms:W3CDTF">2026-09-27T17:07:59Z</dcterms:created>
  <dcterms:modified xsi:type="dcterms:W3CDTF">2026-09-27T17:07:59Z</dcterms:modified>
</cp:coreProperties>
</file>